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9944100" cy="99425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6"/>
  </p:normalViewPr>
  <p:slideViewPr>
    <p:cSldViewPr snapToGrid="0">
      <p:cViewPr varScale="1">
        <p:scale>
          <a:sx n="72" d="100"/>
          <a:sy n="72" d="100"/>
        </p:scale>
        <p:origin x="252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5808" y="1627167"/>
            <a:ext cx="8452485" cy="3461467"/>
          </a:xfrm>
        </p:spPr>
        <p:txBody>
          <a:bodyPr anchor="b"/>
          <a:lstStyle>
            <a:lvl1pPr algn="ctr">
              <a:defRPr sz="65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3013" y="5222121"/>
            <a:ext cx="7458075" cy="2400472"/>
          </a:xfrm>
        </p:spPr>
        <p:txBody>
          <a:bodyPr/>
          <a:lstStyle>
            <a:lvl1pPr marL="0" indent="0" algn="ctr">
              <a:buNone/>
              <a:defRPr sz="2610"/>
            </a:lvl1pPr>
            <a:lvl2pPr marL="497205" indent="0" algn="ctr">
              <a:buNone/>
              <a:defRPr sz="2175"/>
            </a:lvl2pPr>
            <a:lvl3pPr marL="994410" indent="0" algn="ctr">
              <a:buNone/>
              <a:defRPr sz="1958"/>
            </a:lvl3pPr>
            <a:lvl4pPr marL="1491615" indent="0" algn="ctr">
              <a:buNone/>
              <a:defRPr sz="1740"/>
            </a:lvl4pPr>
            <a:lvl5pPr marL="1988820" indent="0" algn="ctr">
              <a:buNone/>
              <a:defRPr sz="1740"/>
            </a:lvl5pPr>
            <a:lvl6pPr marL="2486025" indent="0" algn="ctr">
              <a:buNone/>
              <a:defRPr sz="1740"/>
            </a:lvl6pPr>
            <a:lvl7pPr marL="2983230" indent="0" algn="ctr">
              <a:buNone/>
              <a:defRPr sz="1740"/>
            </a:lvl7pPr>
            <a:lvl8pPr marL="3480435" indent="0" algn="ctr">
              <a:buNone/>
              <a:defRPr sz="1740"/>
            </a:lvl8pPr>
            <a:lvl9pPr marL="3977640" indent="0" algn="ctr">
              <a:buNone/>
              <a:defRPr sz="17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8021-91DF-FE4A-BE20-3F1E3E1D140C}" type="datetimeFigureOut">
              <a:rPr lang="en-KR" smtClean="0"/>
              <a:t>8/1/25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F13A-9FAE-4C42-90F4-A7876FC0AB4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21620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8021-91DF-FE4A-BE20-3F1E3E1D140C}" type="datetimeFigureOut">
              <a:rPr lang="en-KR" smtClean="0"/>
              <a:t>8/1/25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F13A-9FAE-4C42-90F4-A7876FC0AB4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61624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478" y="2478726"/>
            <a:ext cx="8576786" cy="4135809"/>
          </a:xfrm>
        </p:spPr>
        <p:txBody>
          <a:bodyPr anchor="b"/>
          <a:lstStyle>
            <a:lvl1pPr>
              <a:defRPr sz="65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478" y="6653661"/>
            <a:ext cx="8576786" cy="2174924"/>
          </a:xfrm>
        </p:spPr>
        <p:txBody>
          <a:bodyPr/>
          <a:lstStyle>
            <a:lvl1pPr marL="0" indent="0">
              <a:buNone/>
              <a:defRPr sz="2610">
                <a:solidFill>
                  <a:schemeClr val="tx1">
                    <a:tint val="82000"/>
                  </a:schemeClr>
                </a:solidFill>
              </a:defRPr>
            </a:lvl1pPr>
            <a:lvl2pPr marL="497205" indent="0">
              <a:buNone/>
              <a:defRPr sz="2175">
                <a:solidFill>
                  <a:schemeClr val="tx1">
                    <a:tint val="82000"/>
                  </a:schemeClr>
                </a:solidFill>
              </a:defRPr>
            </a:lvl2pPr>
            <a:lvl3pPr marL="994410" indent="0">
              <a:buNone/>
              <a:defRPr sz="1958">
                <a:solidFill>
                  <a:schemeClr val="tx1">
                    <a:tint val="82000"/>
                  </a:schemeClr>
                </a:solidFill>
              </a:defRPr>
            </a:lvl3pPr>
            <a:lvl4pPr marL="1491615" indent="0">
              <a:buNone/>
              <a:defRPr sz="1740">
                <a:solidFill>
                  <a:schemeClr val="tx1">
                    <a:tint val="82000"/>
                  </a:schemeClr>
                </a:solidFill>
              </a:defRPr>
            </a:lvl4pPr>
            <a:lvl5pPr marL="1988820" indent="0">
              <a:buNone/>
              <a:defRPr sz="1740">
                <a:solidFill>
                  <a:schemeClr val="tx1">
                    <a:tint val="82000"/>
                  </a:schemeClr>
                </a:solidFill>
              </a:defRPr>
            </a:lvl5pPr>
            <a:lvl6pPr marL="2486025" indent="0">
              <a:buNone/>
              <a:defRPr sz="1740">
                <a:solidFill>
                  <a:schemeClr val="tx1">
                    <a:tint val="82000"/>
                  </a:schemeClr>
                </a:solidFill>
              </a:defRPr>
            </a:lvl6pPr>
            <a:lvl7pPr marL="2983230" indent="0">
              <a:buNone/>
              <a:defRPr sz="1740">
                <a:solidFill>
                  <a:schemeClr val="tx1">
                    <a:tint val="82000"/>
                  </a:schemeClr>
                </a:solidFill>
              </a:defRPr>
            </a:lvl7pPr>
            <a:lvl8pPr marL="3480435" indent="0">
              <a:buNone/>
              <a:defRPr sz="1740">
                <a:solidFill>
                  <a:schemeClr val="tx1">
                    <a:tint val="82000"/>
                  </a:schemeClr>
                </a:solidFill>
              </a:defRPr>
            </a:lvl8pPr>
            <a:lvl9pPr marL="3977640" indent="0">
              <a:buNone/>
              <a:defRPr sz="17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8021-91DF-FE4A-BE20-3F1E3E1D140C}" type="datetimeFigureOut">
              <a:rPr lang="en-KR" smtClean="0"/>
              <a:t>8/1/25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F13A-9FAE-4C42-90F4-A7876FC0AB4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20282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657" y="2646734"/>
            <a:ext cx="4226243" cy="63084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4200" y="2646734"/>
            <a:ext cx="4226243" cy="63084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8021-91DF-FE4A-BE20-3F1E3E1D140C}" type="datetimeFigureOut">
              <a:rPr lang="en-KR" smtClean="0"/>
              <a:t>8/1/25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F13A-9FAE-4C42-90F4-A7876FC0AB4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563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952" y="529349"/>
            <a:ext cx="8576786" cy="19217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953" y="2437297"/>
            <a:ext cx="4206820" cy="1194482"/>
          </a:xfrm>
        </p:spPr>
        <p:txBody>
          <a:bodyPr anchor="b"/>
          <a:lstStyle>
            <a:lvl1pPr marL="0" indent="0">
              <a:buNone/>
              <a:defRPr sz="2610" b="1"/>
            </a:lvl1pPr>
            <a:lvl2pPr marL="497205" indent="0">
              <a:buNone/>
              <a:defRPr sz="2175" b="1"/>
            </a:lvl2pPr>
            <a:lvl3pPr marL="994410" indent="0">
              <a:buNone/>
              <a:defRPr sz="1958" b="1"/>
            </a:lvl3pPr>
            <a:lvl4pPr marL="1491615" indent="0">
              <a:buNone/>
              <a:defRPr sz="1740" b="1"/>
            </a:lvl4pPr>
            <a:lvl5pPr marL="1988820" indent="0">
              <a:buNone/>
              <a:defRPr sz="1740" b="1"/>
            </a:lvl5pPr>
            <a:lvl6pPr marL="2486025" indent="0">
              <a:buNone/>
              <a:defRPr sz="1740" b="1"/>
            </a:lvl6pPr>
            <a:lvl7pPr marL="2983230" indent="0">
              <a:buNone/>
              <a:defRPr sz="1740" b="1"/>
            </a:lvl7pPr>
            <a:lvl8pPr marL="3480435" indent="0">
              <a:buNone/>
              <a:defRPr sz="1740" b="1"/>
            </a:lvl8pPr>
            <a:lvl9pPr marL="3977640" indent="0">
              <a:buNone/>
              <a:defRPr sz="17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953" y="3631779"/>
            <a:ext cx="4206820" cy="5341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4201" y="2437297"/>
            <a:ext cx="4227538" cy="1194482"/>
          </a:xfrm>
        </p:spPr>
        <p:txBody>
          <a:bodyPr anchor="b"/>
          <a:lstStyle>
            <a:lvl1pPr marL="0" indent="0">
              <a:buNone/>
              <a:defRPr sz="2610" b="1"/>
            </a:lvl1pPr>
            <a:lvl2pPr marL="497205" indent="0">
              <a:buNone/>
              <a:defRPr sz="2175" b="1"/>
            </a:lvl2pPr>
            <a:lvl3pPr marL="994410" indent="0">
              <a:buNone/>
              <a:defRPr sz="1958" b="1"/>
            </a:lvl3pPr>
            <a:lvl4pPr marL="1491615" indent="0">
              <a:buNone/>
              <a:defRPr sz="1740" b="1"/>
            </a:lvl4pPr>
            <a:lvl5pPr marL="1988820" indent="0">
              <a:buNone/>
              <a:defRPr sz="1740" b="1"/>
            </a:lvl5pPr>
            <a:lvl6pPr marL="2486025" indent="0">
              <a:buNone/>
              <a:defRPr sz="1740" b="1"/>
            </a:lvl6pPr>
            <a:lvl7pPr marL="2983230" indent="0">
              <a:buNone/>
              <a:defRPr sz="1740" b="1"/>
            </a:lvl7pPr>
            <a:lvl8pPr marL="3480435" indent="0">
              <a:buNone/>
              <a:defRPr sz="1740" b="1"/>
            </a:lvl8pPr>
            <a:lvl9pPr marL="3977640" indent="0">
              <a:buNone/>
              <a:defRPr sz="17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4201" y="3631779"/>
            <a:ext cx="4227538" cy="5341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8021-91DF-FE4A-BE20-3F1E3E1D140C}" type="datetimeFigureOut">
              <a:rPr lang="en-KR" smtClean="0"/>
              <a:t>8/1/25</a:t>
            </a:fld>
            <a:endParaRPr lang="en-K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F13A-9FAE-4C42-90F4-A7876FC0AB4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77337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8021-91DF-FE4A-BE20-3F1E3E1D140C}" type="datetimeFigureOut">
              <a:rPr lang="en-KR" smtClean="0"/>
              <a:t>8/1/25</a:t>
            </a:fld>
            <a:endParaRPr lang="en-K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F13A-9FAE-4C42-90F4-A7876FC0AB4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2680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8021-91DF-FE4A-BE20-3F1E3E1D140C}" type="datetimeFigureOut">
              <a:rPr lang="en-KR" smtClean="0"/>
              <a:t>8/1/25</a:t>
            </a:fld>
            <a:endParaRPr lang="en-K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F13A-9FAE-4C42-90F4-A7876FC0AB4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550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952" y="662834"/>
            <a:ext cx="3207231" cy="2319920"/>
          </a:xfrm>
        </p:spPr>
        <p:txBody>
          <a:bodyPr anchor="b"/>
          <a:lstStyle>
            <a:lvl1pPr>
              <a:defRPr sz="3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7538" y="1431540"/>
            <a:ext cx="5034201" cy="7065628"/>
          </a:xfrm>
        </p:spPr>
        <p:txBody>
          <a:bodyPr/>
          <a:lstStyle>
            <a:lvl1pPr>
              <a:defRPr sz="3480"/>
            </a:lvl1pPr>
            <a:lvl2pPr>
              <a:defRPr sz="3045"/>
            </a:lvl2pPr>
            <a:lvl3pPr>
              <a:defRPr sz="2610"/>
            </a:lvl3pPr>
            <a:lvl4pPr>
              <a:defRPr sz="2175"/>
            </a:lvl4pPr>
            <a:lvl5pPr>
              <a:defRPr sz="2175"/>
            </a:lvl5pPr>
            <a:lvl6pPr>
              <a:defRPr sz="2175"/>
            </a:lvl6pPr>
            <a:lvl7pPr>
              <a:defRPr sz="2175"/>
            </a:lvl7pPr>
            <a:lvl8pPr>
              <a:defRPr sz="2175"/>
            </a:lvl8pPr>
            <a:lvl9pPr>
              <a:defRPr sz="21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952" y="2982754"/>
            <a:ext cx="3207231" cy="5525921"/>
          </a:xfrm>
        </p:spPr>
        <p:txBody>
          <a:bodyPr/>
          <a:lstStyle>
            <a:lvl1pPr marL="0" indent="0">
              <a:buNone/>
              <a:defRPr sz="1740"/>
            </a:lvl1pPr>
            <a:lvl2pPr marL="497205" indent="0">
              <a:buNone/>
              <a:defRPr sz="1523"/>
            </a:lvl2pPr>
            <a:lvl3pPr marL="994410" indent="0">
              <a:buNone/>
              <a:defRPr sz="1305"/>
            </a:lvl3pPr>
            <a:lvl4pPr marL="1491615" indent="0">
              <a:buNone/>
              <a:defRPr sz="1088"/>
            </a:lvl4pPr>
            <a:lvl5pPr marL="1988820" indent="0">
              <a:buNone/>
              <a:defRPr sz="1088"/>
            </a:lvl5pPr>
            <a:lvl6pPr marL="2486025" indent="0">
              <a:buNone/>
              <a:defRPr sz="1088"/>
            </a:lvl6pPr>
            <a:lvl7pPr marL="2983230" indent="0">
              <a:buNone/>
              <a:defRPr sz="1088"/>
            </a:lvl7pPr>
            <a:lvl8pPr marL="3480435" indent="0">
              <a:buNone/>
              <a:defRPr sz="1088"/>
            </a:lvl8pPr>
            <a:lvl9pPr marL="3977640" indent="0">
              <a:buNone/>
              <a:defRPr sz="10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8021-91DF-FE4A-BE20-3F1E3E1D140C}" type="datetimeFigureOut">
              <a:rPr lang="en-KR" smtClean="0"/>
              <a:t>8/1/25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F13A-9FAE-4C42-90F4-A7876FC0AB4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78178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952" y="662834"/>
            <a:ext cx="3207231" cy="2319920"/>
          </a:xfrm>
        </p:spPr>
        <p:txBody>
          <a:bodyPr anchor="b"/>
          <a:lstStyle>
            <a:lvl1pPr>
              <a:defRPr sz="3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27538" y="1431540"/>
            <a:ext cx="5034201" cy="7065628"/>
          </a:xfrm>
        </p:spPr>
        <p:txBody>
          <a:bodyPr anchor="t"/>
          <a:lstStyle>
            <a:lvl1pPr marL="0" indent="0">
              <a:buNone/>
              <a:defRPr sz="3480"/>
            </a:lvl1pPr>
            <a:lvl2pPr marL="497205" indent="0">
              <a:buNone/>
              <a:defRPr sz="3045"/>
            </a:lvl2pPr>
            <a:lvl3pPr marL="994410" indent="0">
              <a:buNone/>
              <a:defRPr sz="2610"/>
            </a:lvl3pPr>
            <a:lvl4pPr marL="1491615" indent="0">
              <a:buNone/>
              <a:defRPr sz="2175"/>
            </a:lvl4pPr>
            <a:lvl5pPr marL="1988820" indent="0">
              <a:buNone/>
              <a:defRPr sz="2175"/>
            </a:lvl5pPr>
            <a:lvl6pPr marL="2486025" indent="0">
              <a:buNone/>
              <a:defRPr sz="2175"/>
            </a:lvl6pPr>
            <a:lvl7pPr marL="2983230" indent="0">
              <a:buNone/>
              <a:defRPr sz="2175"/>
            </a:lvl7pPr>
            <a:lvl8pPr marL="3480435" indent="0">
              <a:buNone/>
              <a:defRPr sz="2175"/>
            </a:lvl8pPr>
            <a:lvl9pPr marL="3977640" indent="0">
              <a:buNone/>
              <a:defRPr sz="21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952" y="2982754"/>
            <a:ext cx="3207231" cy="5525921"/>
          </a:xfrm>
        </p:spPr>
        <p:txBody>
          <a:bodyPr/>
          <a:lstStyle>
            <a:lvl1pPr marL="0" indent="0">
              <a:buNone/>
              <a:defRPr sz="1740"/>
            </a:lvl1pPr>
            <a:lvl2pPr marL="497205" indent="0">
              <a:buNone/>
              <a:defRPr sz="1523"/>
            </a:lvl2pPr>
            <a:lvl3pPr marL="994410" indent="0">
              <a:buNone/>
              <a:defRPr sz="1305"/>
            </a:lvl3pPr>
            <a:lvl4pPr marL="1491615" indent="0">
              <a:buNone/>
              <a:defRPr sz="1088"/>
            </a:lvl4pPr>
            <a:lvl5pPr marL="1988820" indent="0">
              <a:buNone/>
              <a:defRPr sz="1088"/>
            </a:lvl5pPr>
            <a:lvl6pPr marL="2486025" indent="0">
              <a:buNone/>
              <a:defRPr sz="1088"/>
            </a:lvl6pPr>
            <a:lvl7pPr marL="2983230" indent="0">
              <a:buNone/>
              <a:defRPr sz="1088"/>
            </a:lvl7pPr>
            <a:lvl8pPr marL="3480435" indent="0">
              <a:buNone/>
              <a:defRPr sz="1088"/>
            </a:lvl8pPr>
            <a:lvl9pPr marL="3977640" indent="0">
              <a:buNone/>
              <a:defRPr sz="10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8021-91DF-FE4A-BE20-3F1E3E1D140C}" type="datetimeFigureOut">
              <a:rPr lang="en-KR" smtClean="0"/>
              <a:t>8/1/25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F13A-9FAE-4C42-90F4-A7876FC0AB4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64201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8021-91DF-FE4A-BE20-3F1E3E1D140C}" type="datetimeFigureOut">
              <a:rPr lang="en-KR" smtClean="0"/>
              <a:t>8/1/25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F13A-9FAE-4C42-90F4-A7876FC0AB4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43540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16247" y="529347"/>
            <a:ext cx="2144197" cy="84258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3658" y="529347"/>
            <a:ext cx="6308288" cy="84258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8021-91DF-FE4A-BE20-3F1E3E1D140C}" type="datetimeFigureOut">
              <a:rPr lang="en-KR" smtClean="0"/>
              <a:t>8/1/25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F13A-9FAE-4C42-90F4-A7876FC0AB4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24796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3657" y="529349"/>
            <a:ext cx="8576786" cy="1921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3657" y="2646734"/>
            <a:ext cx="8576786" cy="6308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657" y="9215239"/>
            <a:ext cx="2237423" cy="529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128021-91DF-FE4A-BE20-3F1E3E1D140C}" type="datetimeFigureOut">
              <a:rPr lang="en-KR" smtClean="0"/>
              <a:t>8/1/25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3983" y="9215239"/>
            <a:ext cx="3356134" cy="529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23020" y="9215239"/>
            <a:ext cx="2237423" cy="529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C4F13A-9FAE-4C42-90F4-A7876FC0AB4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48970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94410" rtl="0" eaLnBrk="1" latinLnBrk="0" hangingPunct="1">
        <a:lnSpc>
          <a:spcPct val="90000"/>
        </a:lnSpc>
        <a:spcBef>
          <a:spcPct val="0"/>
        </a:spcBef>
        <a:buNone/>
        <a:defRPr sz="47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8603" indent="-248603" algn="l" defTabSz="994410" rtl="0" eaLnBrk="1" latinLnBrk="0" hangingPunct="1">
        <a:lnSpc>
          <a:spcPct val="90000"/>
        </a:lnSpc>
        <a:spcBef>
          <a:spcPts val="1088"/>
        </a:spcBef>
        <a:buFont typeface="Arial" panose="020B0604020202020204" pitchFamily="34" charset="0"/>
        <a:buChar char="•"/>
        <a:defRPr sz="3045" kern="1200">
          <a:solidFill>
            <a:schemeClr val="tx1"/>
          </a:solidFill>
          <a:latin typeface="+mn-lt"/>
          <a:ea typeface="+mn-ea"/>
          <a:cs typeface="+mn-cs"/>
        </a:defRPr>
      </a:lvl1pPr>
      <a:lvl2pPr marL="745808" indent="-248603" algn="l" defTabSz="994410" rtl="0" eaLnBrk="1" latinLnBrk="0" hangingPunct="1">
        <a:lnSpc>
          <a:spcPct val="90000"/>
        </a:lnSpc>
        <a:spcBef>
          <a:spcPts val="544"/>
        </a:spcBef>
        <a:buFont typeface="Arial" panose="020B0604020202020204" pitchFamily="34" charset="0"/>
        <a:buChar char="•"/>
        <a:defRPr sz="2610" kern="1200">
          <a:solidFill>
            <a:schemeClr val="tx1"/>
          </a:solidFill>
          <a:latin typeface="+mn-lt"/>
          <a:ea typeface="+mn-ea"/>
          <a:cs typeface="+mn-cs"/>
        </a:defRPr>
      </a:lvl2pPr>
      <a:lvl3pPr marL="1243013" indent="-248603" algn="l" defTabSz="994410" rtl="0" eaLnBrk="1" latinLnBrk="0" hangingPunct="1">
        <a:lnSpc>
          <a:spcPct val="90000"/>
        </a:lnSpc>
        <a:spcBef>
          <a:spcPts val="544"/>
        </a:spcBef>
        <a:buFont typeface="Arial" panose="020B0604020202020204" pitchFamily="34" charset="0"/>
        <a:buChar char="•"/>
        <a:defRPr sz="2175" kern="1200">
          <a:solidFill>
            <a:schemeClr val="tx1"/>
          </a:solidFill>
          <a:latin typeface="+mn-lt"/>
          <a:ea typeface="+mn-ea"/>
          <a:cs typeface="+mn-cs"/>
        </a:defRPr>
      </a:lvl3pPr>
      <a:lvl4pPr marL="1740218" indent="-248603" algn="l" defTabSz="994410" rtl="0" eaLnBrk="1" latinLnBrk="0" hangingPunct="1">
        <a:lnSpc>
          <a:spcPct val="90000"/>
        </a:lnSpc>
        <a:spcBef>
          <a:spcPts val="544"/>
        </a:spcBef>
        <a:buFont typeface="Arial" panose="020B0604020202020204" pitchFamily="34" charset="0"/>
        <a:buChar char="•"/>
        <a:defRPr sz="1958" kern="1200">
          <a:solidFill>
            <a:schemeClr val="tx1"/>
          </a:solidFill>
          <a:latin typeface="+mn-lt"/>
          <a:ea typeface="+mn-ea"/>
          <a:cs typeface="+mn-cs"/>
        </a:defRPr>
      </a:lvl4pPr>
      <a:lvl5pPr marL="2237423" indent="-248603" algn="l" defTabSz="994410" rtl="0" eaLnBrk="1" latinLnBrk="0" hangingPunct="1">
        <a:lnSpc>
          <a:spcPct val="90000"/>
        </a:lnSpc>
        <a:spcBef>
          <a:spcPts val="544"/>
        </a:spcBef>
        <a:buFont typeface="Arial" panose="020B0604020202020204" pitchFamily="34" charset="0"/>
        <a:buChar char="•"/>
        <a:defRPr sz="1958" kern="1200">
          <a:solidFill>
            <a:schemeClr val="tx1"/>
          </a:solidFill>
          <a:latin typeface="+mn-lt"/>
          <a:ea typeface="+mn-ea"/>
          <a:cs typeface="+mn-cs"/>
        </a:defRPr>
      </a:lvl5pPr>
      <a:lvl6pPr marL="2734628" indent="-248603" algn="l" defTabSz="994410" rtl="0" eaLnBrk="1" latinLnBrk="0" hangingPunct="1">
        <a:lnSpc>
          <a:spcPct val="90000"/>
        </a:lnSpc>
        <a:spcBef>
          <a:spcPts val="544"/>
        </a:spcBef>
        <a:buFont typeface="Arial" panose="020B0604020202020204" pitchFamily="34" charset="0"/>
        <a:buChar char="•"/>
        <a:defRPr sz="1958" kern="1200">
          <a:solidFill>
            <a:schemeClr val="tx1"/>
          </a:solidFill>
          <a:latin typeface="+mn-lt"/>
          <a:ea typeface="+mn-ea"/>
          <a:cs typeface="+mn-cs"/>
        </a:defRPr>
      </a:lvl6pPr>
      <a:lvl7pPr marL="3231833" indent="-248603" algn="l" defTabSz="994410" rtl="0" eaLnBrk="1" latinLnBrk="0" hangingPunct="1">
        <a:lnSpc>
          <a:spcPct val="90000"/>
        </a:lnSpc>
        <a:spcBef>
          <a:spcPts val="544"/>
        </a:spcBef>
        <a:buFont typeface="Arial" panose="020B0604020202020204" pitchFamily="34" charset="0"/>
        <a:buChar char="•"/>
        <a:defRPr sz="1958" kern="1200">
          <a:solidFill>
            <a:schemeClr val="tx1"/>
          </a:solidFill>
          <a:latin typeface="+mn-lt"/>
          <a:ea typeface="+mn-ea"/>
          <a:cs typeface="+mn-cs"/>
        </a:defRPr>
      </a:lvl7pPr>
      <a:lvl8pPr marL="3729038" indent="-248603" algn="l" defTabSz="994410" rtl="0" eaLnBrk="1" latinLnBrk="0" hangingPunct="1">
        <a:lnSpc>
          <a:spcPct val="90000"/>
        </a:lnSpc>
        <a:spcBef>
          <a:spcPts val="544"/>
        </a:spcBef>
        <a:buFont typeface="Arial" panose="020B0604020202020204" pitchFamily="34" charset="0"/>
        <a:buChar char="•"/>
        <a:defRPr sz="1958" kern="1200">
          <a:solidFill>
            <a:schemeClr val="tx1"/>
          </a:solidFill>
          <a:latin typeface="+mn-lt"/>
          <a:ea typeface="+mn-ea"/>
          <a:cs typeface="+mn-cs"/>
        </a:defRPr>
      </a:lvl8pPr>
      <a:lvl9pPr marL="4226243" indent="-248603" algn="l" defTabSz="994410" rtl="0" eaLnBrk="1" latinLnBrk="0" hangingPunct="1">
        <a:lnSpc>
          <a:spcPct val="90000"/>
        </a:lnSpc>
        <a:spcBef>
          <a:spcPts val="544"/>
        </a:spcBef>
        <a:buFont typeface="Arial" panose="020B0604020202020204" pitchFamily="34" charset="0"/>
        <a:buChar char="•"/>
        <a:defRPr sz="19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4410" rtl="0" eaLnBrk="1" latinLnBrk="0" hangingPunct="1">
        <a:defRPr sz="1958" kern="1200">
          <a:solidFill>
            <a:schemeClr val="tx1"/>
          </a:solidFill>
          <a:latin typeface="+mn-lt"/>
          <a:ea typeface="+mn-ea"/>
          <a:cs typeface="+mn-cs"/>
        </a:defRPr>
      </a:lvl1pPr>
      <a:lvl2pPr marL="497205" algn="l" defTabSz="994410" rtl="0" eaLnBrk="1" latinLnBrk="0" hangingPunct="1">
        <a:defRPr sz="1958" kern="1200">
          <a:solidFill>
            <a:schemeClr val="tx1"/>
          </a:solidFill>
          <a:latin typeface="+mn-lt"/>
          <a:ea typeface="+mn-ea"/>
          <a:cs typeface="+mn-cs"/>
        </a:defRPr>
      </a:lvl2pPr>
      <a:lvl3pPr marL="994410" algn="l" defTabSz="994410" rtl="0" eaLnBrk="1" latinLnBrk="0" hangingPunct="1">
        <a:defRPr sz="1958" kern="1200">
          <a:solidFill>
            <a:schemeClr val="tx1"/>
          </a:solidFill>
          <a:latin typeface="+mn-lt"/>
          <a:ea typeface="+mn-ea"/>
          <a:cs typeface="+mn-cs"/>
        </a:defRPr>
      </a:lvl3pPr>
      <a:lvl4pPr marL="1491615" algn="l" defTabSz="994410" rtl="0" eaLnBrk="1" latinLnBrk="0" hangingPunct="1">
        <a:defRPr sz="1958" kern="1200">
          <a:solidFill>
            <a:schemeClr val="tx1"/>
          </a:solidFill>
          <a:latin typeface="+mn-lt"/>
          <a:ea typeface="+mn-ea"/>
          <a:cs typeface="+mn-cs"/>
        </a:defRPr>
      </a:lvl4pPr>
      <a:lvl5pPr marL="1988820" algn="l" defTabSz="994410" rtl="0" eaLnBrk="1" latinLnBrk="0" hangingPunct="1">
        <a:defRPr sz="1958" kern="1200">
          <a:solidFill>
            <a:schemeClr val="tx1"/>
          </a:solidFill>
          <a:latin typeface="+mn-lt"/>
          <a:ea typeface="+mn-ea"/>
          <a:cs typeface="+mn-cs"/>
        </a:defRPr>
      </a:lvl5pPr>
      <a:lvl6pPr marL="2486025" algn="l" defTabSz="994410" rtl="0" eaLnBrk="1" latinLnBrk="0" hangingPunct="1">
        <a:defRPr sz="1958" kern="1200">
          <a:solidFill>
            <a:schemeClr val="tx1"/>
          </a:solidFill>
          <a:latin typeface="+mn-lt"/>
          <a:ea typeface="+mn-ea"/>
          <a:cs typeface="+mn-cs"/>
        </a:defRPr>
      </a:lvl6pPr>
      <a:lvl7pPr marL="2983230" algn="l" defTabSz="994410" rtl="0" eaLnBrk="1" latinLnBrk="0" hangingPunct="1">
        <a:defRPr sz="1958" kern="1200">
          <a:solidFill>
            <a:schemeClr val="tx1"/>
          </a:solidFill>
          <a:latin typeface="+mn-lt"/>
          <a:ea typeface="+mn-ea"/>
          <a:cs typeface="+mn-cs"/>
        </a:defRPr>
      </a:lvl7pPr>
      <a:lvl8pPr marL="3480435" algn="l" defTabSz="994410" rtl="0" eaLnBrk="1" latinLnBrk="0" hangingPunct="1">
        <a:defRPr sz="1958" kern="1200">
          <a:solidFill>
            <a:schemeClr val="tx1"/>
          </a:solidFill>
          <a:latin typeface="+mn-lt"/>
          <a:ea typeface="+mn-ea"/>
          <a:cs typeface="+mn-cs"/>
        </a:defRPr>
      </a:lvl8pPr>
      <a:lvl9pPr marL="3977640" algn="l" defTabSz="994410" rtl="0" eaLnBrk="1" latinLnBrk="0" hangingPunct="1">
        <a:defRPr sz="19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노벨상 2024] 자신이 토대 닦은 AI 위험성 경고한 '딥러닝 대부' 힌턴 : 동아사이언스">
            <a:extLst>
              <a:ext uri="{FF2B5EF4-FFF2-40B4-BE49-F238E27FC236}">
                <a16:creationId xmlns:a16="http://schemas.microsoft.com/office/drawing/2014/main" id="{E4F85874-A533-5946-74B9-55F1100E4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4505" y="-120697"/>
            <a:ext cx="14507676" cy="10183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7588B9-370F-F9B8-5100-4498AD57EA84}"/>
              </a:ext>
            </a:extLst>
          </p:cNvPr>
          <p:cNvSpPr txBox="1"/>
          <p:nvPr/>
        </p:nvSpPr>
        <p:spPr>
          <a:xfrm>
            <a:off x="233082" y="1344706"/>
            <a:ext cx="627529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0" dirty="0">
                <a:solidFill>
                  <a:schemeClr val="bg1"/>
                </a:solidFill>
                <a:latin typeface="TmonMonsori Black" panose="02000A03000000000000" pitchFamily="2" charset="-127"/>
                <a:ea typeface="TmonMonsori Black" panose="02000A03000000000000" pitchFamily="2" charset="-127"/>
              </a:rPr>
              <a:t>노벨상 수상자가 말하는 </a:t>
            </a:r>
            <a:r>
              <a:rPr lang="en-US" altLang="ko-KR" sz="8000" dirty="0">
                <a:solidFill>
                  <a:schemeClr val="bg1"/>
                </a:solidFill>
                <a:latin typeface="TmonMonsori Black" panose="02000A03000000000000" pitchFamily="2" charset="-127"/>
                <a:ea typeface="TmonMonsori Black" panose="02000A03000000000000" pitchFamily="2" charset="-127"/>
              </a:rPr>
              <a:t>AI </a:t>
            </a:r>
            <a:r>
              <a:rPr lang="ko-KR" altLang="en-US" sz="8000" dirty="0">
                <a:solidFill>
                  <a:schemeClr val="bg1"/>
                </a:solidFill>
                <a:latin typeface="TmonMonsori Black" panose="02000A03000000000000" pitchFamily="2" charset="-127"/>
                <a:ea typeface="TmonMonsori Black" panose="02000A03000000000000" pitchFamily="2" charset="-127"/>
              </a:rPr>
              <a:t>시대 </a:t>
            </a:r>
            <a:r>
              <a:rPr lang="ko-KR" altLang="en-US" sz="8000" dirty="0" err="1">
                <a:solidFill>
                  <a:schemeClr val="bg1"/>
                </a:solidFill>
                <a:latin typeface="TmonMonsori Black" panose="02000A03000000000000" pitchFamily="2" charset="-127"/>
                <a:ea typeface="TmonMonsori Black" panose="02000A03000000000000" pitchFamily="2" charset="-127"/>
              </a:rPr>
              <a:t>대응법</a:t>
            </a:r>
            <a:endParaRPr lang="en-KR" sz="8000" dirty="0">
              <a:solidFill>
                <a:schemeClr val="bg1"/>
              </a:solidFill>
              <a:latin typeface="TmonMonsori Black" panose="02000A03000000000000" pitchFamily="2" charset="-127"/>
              <a:ea typeface="TmonMonsori Black" panose="02000A03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0422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4505DA-5E05-3B3D-A323-34C5C738C040}"/>
              </a:ext>
            </a:extLst>
          </p:cNvPr>
          <p:cNvSpPr txBox="1"/>
          <p:nvPr/>
        </p:nvSpPr>
        <p:spPr>
          <a:xfrm>
            <a:off x="1954306" y="-394447"/>
            <a:ext cx="7745506" cy="1107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1400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</a:t>
            </a:r>
            <a:endParaRPr lang="en-KR" i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297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10285</TotalTime>
  <Words>7</Words>
  <Application>Microsoft Macintosh PowerPoint</Application>
  <PresentationFormat>Custom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TmonMonsori Black</vt:lpstr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Sangwon Choi</dc:creator>
  <cp:lastModifiedBy>Sangwon Choi</cp:lastModifiedBy>
  <cp:revision>1</cp:revision>
  <dcterms:created xsi:type="dcterms:W3CDTF">2025-08-01T01:45:21Z</dcterms:created>
  <dcterms:modified xsi:type="dcterms:W3CDTF">2025-08-08T05:11:18Z</dcterms:modified>
</cp:coreProperties>
</file>